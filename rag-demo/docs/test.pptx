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多格式文档解析方案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LangChain 统一加载器设计与实现</a:t>
            </a:r>
          </a:p>
          <a:p>
            <a: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系统架构概览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策略模式：不同格式 = 不同加载策略</a:t>
            </a:r>
          </a:p>
          <a:p>
            <a:pPr>
              <a:spcAft>
                <a:spcPts val="600"/>
              </a:spcAft>
            </a:pPr>
            <a:r>
              <a:t>统一接口：load() / load_batch()</a:t>
            </a:r>
          </a:p>
          <a:p>
            <a:pPr>
              <a:spcAft>
                <a:spcPts val="600"/>
              </a:spcAft>
            </a:pPr>
            <a:r>
              <a:t>自动路由：根据扩展名选择 Loader</a:t>
            </a:r>
          </a:p>
          <a:p>
            <a:pPr>
              <a:spcAft>
                <a:spcPts val="600"/>
              </a:spcAft>
            </a:pPr>
            <a:r>
              <a:t>元数据增强：文件名、类型、加载时间</a:t>
            </a:r>
          </a:p>
          <a:p>
            <a:pPr>
              <a:spcAft>
                <a:spcPts val="600"/>
              </a:spcAft>
            </a:pPr>
            <a:r>
              <a:t>可扩展：新增格式只需在 LOADERS 字典中添加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2004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核心优势：</a:t>
            </a:r>
          </a:p>
          <a:p>
            <a:r>
              <a:t>✅ 格式全覆盖</a:t>
            </a:r>
          </a:p>
          <a:p>
            <a:r>
              <a:t>✅ 代码简洁</a:t>
            </a:r>
          </a:p>
          <a:p>
            <a:r>
              <a:t>✅ 易于维护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已支持 PDF / DOCX / XLSX / CSV / PPTX / MD / TXT 七种格式</a:t>
            </a:r>
          </a:p>
          <a:p>
            <a:pPr>
              <a:spcAft>
                <a:spcPts val="600"/>
              </a:spcAft>
            </a:pPr>
            <a:r>
              <a:t>中文内容解析正常，无乱码问题</a:t>
            </a:r>
          </a:p>
          <a:p>
            <a:pPr>
              <a:spcAft>
                <a:spcPts val="600"/>
              </a:spcAft>
            </a:pPr>
            <a:r>
              <a:t>下一步：支持 OCR 扫描件、HTML 网页、JSON 数据</a:t>
            </a:r>
          </a:p>
          <a:p>
            <a:pPr>
              <a:spcAft>
                <a:spcPts val="600"/>
              </a:spcAft>
            </a:pPr>
            <a:r>
              <a:t>持续优化：增量加载、缓存机制、并行解析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2004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1"/>
            </a:pPr>
            <a:r>
              <a:t>感谢阅读！</a:t>
            </a:r>
          </a:p>
          <a:p>
            <a:pPr algn="l">
              <a:defRPr sz="1400"/>
            </a:pPr>
            <a:r>
              <a:t>RAG Demo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